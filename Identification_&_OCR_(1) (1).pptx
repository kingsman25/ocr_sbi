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16"/>
  </p:notesMasterIdLst>
  <p:sldIdLst>
    <p:sldId id="275" r:id="rId3"/>
    <p:sldId id="265" r:id="rId4"/>
    <p:sldId id="266" r:id="rId5"/>
    <p:sldId id="267" r:id="rId6"/>
    <p:sldId id="268" r:id="rId7"/>
    <p:sldId id="269" r:id="rId8"/>
    <p:sldId id="270" r:id="rId9"/>
    <p:sldId id="271" r:id="rId10"/>
    <p:sldId id="272" r:id="rId11"/>
    <p:sldId id="273" r:id="rId12"/>
    <p:sldId id="274" r:id="rId13"/>
    <p:sldId id="276" r:id="rId14"/>
    <p:sldId id="264" r:id="rId15"/>
  </p:sldIdLst>
  <p:sldSz cx="12192000" cy="6858000"/>
  <p:notesSz cx="6858000" cy="9144000"/>
  <p:embeddedFontLst>
    <p:embeddedFont>
      <p:font typeface="Calibri" panose="020F0502020204030204" pitchFamily="34" charset="0"/>
      <p:regular r:id="rId17"/>
      <p:bold r:id="rId18"/>
      <p:italic r:id="rId19"/>
      <p:boldItalic r:id="rId20"/>
    </p:embeddedFont>
    <p:embeddedFont>
      <p:font typeface="Century Schoolbook" panose="020B0604020202020204" pitchFamily="18" charset="0"/>
      <p:regular r:id="rId21"/>
      <p:bold r:id="rId22"/>
      <p:italic r:id="rId23"/>
      <p:boldItalic r:id="rId24"/>
    </p:embeddedFont>
    <p:embeddedFont>
      <p:font typeface="Segoe UI" panose="020B0502040204020203"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D50E9BD8-81FF-430F-87A4-EAAF003F4388}">
          <p14:sldIdLst>
            <p14:sldId id="275"/>
            <p14:sldId id="265"/>
            <p14:sldId id="266"/>
            <p14:sldId id="267"/>
            <p14:sldId id="268"/>
            <p14:sldId id="269"/>
            <p14:sldId id="270"/>
            <p14:sldId id="271"/>
            <p14:sldId id="272"/>
            <p14:sldId id="273"/>
            <p14:sldId id="274"/>
            <p14:sldId id="276"/>
            <p14:sldId id="264"/>
          </p14:sldIdLst>
        </p14:section>
      </p14:sectionLst>
    </p:ex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0q+yzGXkod+LpCiCEtX3xCkK6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87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1.xml"/><Relationship Id="rId21"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font" Target="fonts/font3.fntdata"/><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4"/>
        <p:cNvGrpSpPr/>
        <p:nvPr/>
      </p:nvGrpSpPr>
      <p:grpSpPr>
        <a:xfrm>
          <a:off x="0" y="0"/>
          <a:ext cx="0" cy="0"/>
          <a:chOff x="0" y="0"/>
          <a:chExt cx="0" cy="0"/>
        </a:xfrm>
      </p:grpSpPr>
      <p:sp>
        <p:nvSpPr>
          <p:cNvPr id="15" name="Google Shape;15;p14"/>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4"/>
          <p:cNvSpPr txBox="1">
            <a:spLocks noGrp="1"/>
          </p:cNvSpPr>
          <p:nvPr>
            <p:ph type="subTitle" idx="1"/>
          </p:nvPr>
        </p:nvSpPr>
        <p:spPr>
          <a:xfrm>
            <a:off x="609562" y="1604514"/>
            <a:ext cx="10972120" cy="3977158"/>
          </a:xfrm>
          <a:prstGeom prst="rect">
            <a:avLst/>
          </a:prstGeom>
          <a:noFill/>
          <a:ln>
            <a:noFill/>
          </a:ln>
        </p:spPr>
        <p:txBody>
          <a:bodyPr spcFirstLastPara="1" wrap="square" lIns="0" tIns="0" rIns="0" bIns="0" anchor="ctr" anchorCtr="0">
            <a:noAutofit/>
          </a:bodyPr>
          <a:lstStyle>
            <a:lvl1pPr lvl="0" algn="l">
              <a:lnSpc>
                <a:spcPct val="90000"/>
              </a:lnSpc>
              <a:spcBef>
                <a:spcPts val="907"/>
              </a:spcBef>
              <a:spcAft>
                <a:spcPts val="0"/>
              </a:spcAft>
              <a:buSzPts val="810"/>
              <a:buChar char="●"/>
              <a:defRPr/>
            </a:lvl1pPr>
            <a:lvl2pPr lvl="1" algn="l">
              <a:lnSpc>
                <a:spcPct val="90000"/>
              </a:lnSpc>
              <a:spcBef>
                <a:spcPts val="454"/>
              </a:spcBef>
              <a:spcAft>
                <a:spcPts val="0"/>
              </a:spcAft>
              <a:buClr>
                <a:schemeClr val="dk1"/>
              </a:buClr>
              <a:buSzPts val="1800"/>
              <a:buChar char="•"/>
              <a:defRPr/>
            </a:lvl2pPr>
            <a:lvl3pPr lvl="2" algn="l">
              <a:lnSpc>
                <a:spcPct val="90000"/>
              </a:lnSpc>
              <a:spcBef>
                <a:spcPts val="454"/>
              </a:spcBef>
              <a:spcAft>
                <a:spcPts val="0"/>
              </a:spcAft>
              <a:buClr>
                <a:schemeClr val="dk1"/>
              </a:buClr>
              <a:buSzPts val="1800"/>
              <a:buChar char="•"/>
              <a:defRPr/>
            </a:lvl3pPr>
            <a:lvl4pPr lvl="3" algn="l">
              <a:lnSpc>
                <a:spcPct val="90000"/>
              </a:lnSpc>
              <a:spcBef>
                <a:spcPts val="454"/>
              </a:spcBef>
              <a:spcAft>
                <a:spcPts val="0"/>
              </a:spcAft>
              <a:buClr>
                <a:schemeClr val="dk1"/>
              </a:buClr>
              <a:buSzPts val="1800"/>
              <a:buChar char="•"/>
              <a:defRPr/>
            </a:lvl4pPr>
            <a:lvl5pPr lvl="4" algn="l">
              <a:lnSpc>
                <a:spcPct val="90000"/>
              </a:lnSpc>
              <a:spcBef>
                <a:spcPts val="454"/>
              </a:spcBef>
              <a:spcAft>
                <a:spcPts val="0"/>
              </a:spcAft>
              <a:buClr>
                <a:schemeClr val="dk1"/>
              </a:buClr>
              <a:buSzPts val="1800"/>
              <a:buChar char="•"/>
              <a:defRPr/>
            </a:lvl5pPr>
            <a:lvl6pPr lvl="5" algn="l">
              <a:lnSpc>
                <a:spcPct val="90000"/>
              </a:lnSpc>
              <a:spcBef>
                <a:spcPts val="454"/>
              </a:spcBef>
              <a:spcAft>
                <a:spcPts val="0"/>
              </a:spcAft>
              <a:buClr>
                <a:schemeClr val="dk1"/>
              </a:buClr>
              <a:buSzPts val="1800"/>
              <a:buChar char="•"/>
              <a:defRPr/>
            </a:lvl6pPr>
            <a:lvl7pPr lvl="6" algn="l">
              <a:lnSpc>
                <a:spcPct val="90000"/>
              </a:lnSpc>
              <a:spcBef>
                <a:spcPts val="454"/>
              </a:spcBef>
              <a:spcAft>
                <a:spcPts val="0"/>
              </a:spcAft>
              <a:buClr>
                <a:schemeClr val="dk1"/>
              </a:buClr>
              <a:buSzPts val="1800"/>
              <a:buChar char="•"/>
              <a:defRPr/>
            </a:lvl7pPr>
            <a:lvl8pPr lvl="7" algn="l">
              <a:lnSpc>
                <a:spcPct val="90000"/>
              </a:lnSpc>
              <a:spcBef>
                <a:spcPts val="454"/>
              </a:spcBef>
              <a:spcAft>
                <a:spcPts val="0"/>
              </a:spcAft>
              <a:buClr>
                <a:schemeClr val="dk1"/>
              </a:buClr>
              <a:buSzPts val="1800"/>
              <a:buChar char="•"/>
              <a:defRPr/>
            </a:lvl8pPr>
            <a:lvl9pPr lvl="8"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7"/>
        <p:cNvGrpSpPr/>
        <p:nvPr/>
      </p:nvGrpSpPr>
      <p:grpSpPr>
        <a:xfrm>
          <a:off x="0" y="0"/>
          <a:ext cx="0" cy="0"/>
          <a:chOff x="0" y="0"/>
          <a:chExt cx="0" cy="0"/>
        </a:xfrm>
      </p:grpSpPr>
      <p:sp>
        <p:nvSpPr>
          <p:cNvPr id="18" name="Google Shape;18;p15"/>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body" idx="1"/>
          </p:nvPr>
        </p:nvSpPr>
        <p:spPr>
          <a:xfrm>
            <a:off x="609562" y="1604514"/>
            <a:ext cx="10972120"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body" idx="1"/>
          </p:nvPr>
        </p:nvSpPr>
        <p:spPr>
          <a:xfrm>
            <a:off x="609562" y="1604514"/>
            <a:ext cx="5354133"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23" name="Google Shape;23;p16"/>
          <p:cNvSpPr txBox="1">
            <a:spLocks noGrp="1"/>
          </p:cNvSpPr>
          <p:nvPr>
            <p:ph type="body" idx="2"/>
          </p:nvPr>
        </p:nvSpPr>
        <p:spPr>
          <a:xfrm>
            <a:off x="6231903" y="1604514"/>
            <a:ext cx="5354133"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17"/>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609562"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31" name="Google Shape;31;p19"/>
          <p:cNvSpPr txBox="1">
            <a:spLocks noGrp="1"/>
          </p:cNvSpPr>
          <p:nvPr>
            <p:ph type="body" idx="2"/>
          </p:nvPr>
        </p:nvSpPr>
        <p:spPr>
          <a:xfrm>
            <a:off x="609562" y="368192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32" name="Google Shape;32;p19"/>
          <p:cNvSpPr txBox="1">
            <a:spLocks noGrp="1"/>
          </p:cNvSpPr>
          <p:nvPr>
            <p:ph type="body" idx="3"/>
          </p:nvPr>
        </p:nvSpPr>
        <p:spPr>
          <a:xfrm>
            <a:off x="6231903" y="1604514"/>
            <a:ext cx="5354133"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609562" y="1604514"/>
            <a:ext cx="5354133"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36" name="Google Shape;36;p20"/>
          <p:cNvSpPr txBox="1">
            <a:spLocks noGrp="1"/>
          </p:cNvSpPr>
          <p:nvPr>
            <p:ph type="body" idx="2"/>
          </p:nvPr>
        </p:nvSpPr>
        <p:spPr>
          <a:xfrm>
            <a:off x="6231903"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37" name="Google Shape;37;p20"/>
          <p:cNvSpPr txBox="1">
            <a:spLocks noGrp="1"/>
          </p:cNvSpPr>
          <p:nvPr>
            <p:ph type="body" idx="3"/>
          </p:nvPr>
        </p:nvSpPr>
        <p:spPr>
          <a:xfrm>
            <a:off x="6231903" y="368192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8"/>
        <p:cNvGrpSpPr/>
        <p:nvPr/>
      </p:nvGrpSpPr>
      <p:grpSpPr>
        <a:xfrm>
          <a:off x="0" y="0"/>
          <a:ext cx="0" cy="0"/>
          <a:chOff x="0" y="0"/>
          <a:chExt cx="0" cy="0"/>
        </a:xfrm>
      </p:grpSpPr>
      <p:sp>
        <p:nvSpPr>
          <p:cNvPr id="39" name="Google Shape;39;p21"/>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1"/>
          <p:cNvSpPr txBox="1">
            <a:spLocks noGrp="1"/>
          </p:cNvSpPr>
          <p:nvPr>
            <p:ph type="body" idx="1"/>
          </p:nvPr>
        </p:nvSpPr>
        <p:spPr>
          <a:xfrm>
            <a:off x="609562"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41" name="Google Shape;41;p21"/>
          <p:cNvSpPr txBox="1">
            <a:spLocks noGrp="1"/>
          </p:cNvSpPr>
          <p:nvPr>
            <p:ph type="body" idx="2"/>
          </p:nvPr>
        </p:nvSpPr>
        <p:spPr>
          <a:xfrm>
            <a:off x="6231903"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42" name="Google Shape;42;p21"/>
          <p:cNvSpPr txBox="1">
            <a:spLocks noGrp="1"/>
          </p:cNvSpPr>
          <p:nvPr>
            <p:ph type="body" idx="3"/>
          </p:nvPr>
        </p:nvSpPr>
        <p:spPr>
          <a:xfrm>
            <a:off x="609562" y="3681925"/>
            <a:ext cx="10972120"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3"/>
        <p:cNvGrpSpPr/>
        <p:nvPr/>
      </p:nvGrpSpPr>
      <p:grpSpPr>
        <a:xfrm>
          <a:off x="0" y="0"/>
          <a:ext cx="0" cy="0"/>
          <a:chOff x="0" y="0"/>
          <a:chExt cx="0" cy="0"/>
        </a:xfrm>
      </p:grpSpPr>
      <p:sp>
        <p:nvSpPr>
          <p:cNvPr id="44" name="Google Shape;44;p22"/>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2"/>
          <p:cNvSpPr txBox="1">
            <a:spLocks noGrp="1"/>
          </p:cNvSpPr>
          <p:nvPr>
            <p:ph type="body" idx="1"/>
          </p:nvPr>
        </p:nvSpPr>
        <p:spPr>
          <a:xfrm>
            <a:off x="609562" y="1604515"/>
            <a:ext cx="10972120"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46" name="Google Shape;46;p22"/>
          <p:cNvSpPr txBox="1">
            <a:spLocks noGrp="1"/>
          </p:cNvSpPr>
          <p:nvPr>
            <p:ph type="body" idx="2"/>
          </p:nvPr>
        </p:nvSpPr>
        <p:spPr>
          <a:xfrm>
            <a:off x="609562" y="3681925"/>
            <a:ext cx="10972120"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7"/>
        <p:cNvGrpSpPr/>
        <p:nvPr/>
      </p:nvGrpSpPr>
      <p:grpSpPr>
        <a:xfrm>
          <a:off x="0" y="0"/>
          <a:ext cx="0" cy="0"/>
          <a:chOff x="0" y="0"/>
          <a:chExt cx="0" cy="0"/>
        </a:xfrm>
      </p:grpSpPr>
      <p:sp>
        <p:nvSpPr>
          <p:cNvPr id="48" name="Google Shape;48;p23"/>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body" idx="1"/>
          </p:nvPr>
        </p:nvSpPr>
        <p:spPr>
          <a:xfrm>
            <a:off x="609562"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50" name="Google Shape;50;p23"/>
          <p:cNvSpPr txBox="1">
            <a:spLocks noGrp="1"/>
          </p:cNvSpPr>
          <p:nvPr>
            <p:ph type="body" idx="2"/>
          </p:nvPr>
        </p:nvSpPr>
        <p:spPr>
          <a:xfrm>
            <a:off x="6231903"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51" name="Google Shape;51;p23"/>
          <p:cNvSpPr txBox="1">
            <a:spLocks noGrp="1"/>
          </p:cNvSpPr>
          <p:nvPr>
            <p:ph type="body" idx="3"/>
          </p:nvPr>
        </p:nvSpPr>
        <p:spPr>
          <a:xfrm>
            <a:off x="6231903" y="368192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52" name="Google Shape;52;p23"/>
          <p:cNvSpPr txBox="1">
            <a:spLocks noGrp="1"/>
          </p:cNvSpPr>
          <p:nvPr>
            <p:ph type="body" idx="4"/>
          </p:nvPr>
        </p:nvSpPr>
        <p:spPr>
          <a:xfrm>
            <a:off x="609562" y="368192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9"/>
        <p:cNvGrpSpPr/>
        <p:nvPr/>
      </p:nvGrpSpPr>
      <p:grpSpPr>
        <a:xfrm>
          <a:off x="0" y="0"/>
          <a:ext cx="0" cy="0"/>
          <a:chOff x="0" y="0"/>
          <a:chExt cx="0" cy="0"/>
        </a:xfrm>
      </p:grpSpPr>
      <p:sp>
        <p:nvSpPr>
          <p:cNvPr id="70" name="Google Shape;70;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2" name="Google Shape;7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4" name="Google Shape;84;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7"/>
        <p:cNvGrpSpPr/>
        <p:nvPr/>
      </p:nvGrpSpPr>
      <p:grpSpPr>
        <a:xfrm>
          <a:off x="0" y="0"/>
          <a:ext cx="0" cy="0"/>
          <a:chOff x="0" y="0"/>
          <a:chExt cx="0" cy="0"/>
        </a:xfrm>
      </p:grpSpPr>
      <p:sp>
        <p:nvSpPr>
          <p:cNvPr id="88" name="Google Shape;88;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4"/>
        <p:cNvGrpSpPr/>
        <p:nvPr/>
      </p:nvGrpSpPr>
      <p:grpSpPr>
        <a:xfrm>
          <a:off x="0" y="0"/>
          <a:ext cx="0" cy="0"/>
          <a:chOff x="0" y="0"/>
          <a:chExt cx="0" cy="0"/>
        </a:xfrm>
      </p:grpSpPr>
      <p:sp>
        <p:nvSpPr>
          <p:cNvPr id="95" name="Google Shape;95;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7" name="Google Shape;97;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3"/>
        <p:cNvGrpSpPr/>
        <p:nvPr/>
      </p:nvGrpSpPr>
      <p:grpSpPr>
        <a:xfrm>
          <a:off x="0" y="0"/>
          <a:ext cx="0" cy="0"/>
          <a:chOff x="0" y="0"/>
          <a:chExt cx="0" cy="0"/>
        </a:xfrm>
      </p:grpSpPr>
      <p:sp>
        <p:nvSpPr>
          <p:cNvPr id="104" name="Google Shape;104;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8"/>
        <p:cNvGrpSpPr/>
        <p:nvPr/>
      </p:nvGrpSpPr>
      <p:grpSpPr>
        <a:xfrm>
          <a:off x="0" y="0"/>
          <a:ext cx="0" cy="0"/>
          <a:chOff x="0" y="0"/>
          <a:chExt cx="0" cy="0"/>
        </a:xfrm>
      </p:grpSpPr>
      <p:sp>
        <p:nvSpPr>
          <p:cNvPr id="109" name="Google Shape;109;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11" name="Google Shape;111;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2" name="Google Shape;112;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2"/>
        <p:cNvGrpSpPr/>
        <p:nvPr/>
      </p:nvGrpSpPr>
      <p:grpSpPr>
        <a:xfrm>
          <a:off x="0" y="0"/>
          <a:ext cx="0" cy="0"/>
          <a:chOff x="0" y="0"/>
          <a:chExt cx="0" cy="0"/>
        </a:xfrm>
      </p:grpSpPr>
      <p:sp>
        <p:nvSpPr>
          <p:cNvPr id="123" name="Google Shape;123;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8"/>
        <p:cNvGrpSpPr/>
        <p:nvPr/>
      </p:nvGrpSpPr>
      <p:grpSpPr>
        <a:xfrm>
          <a:off x="0" y="0"/>
          <a:ext cx="0" cy="0"/>
          <a:chOff x="0" y="0"/>
          <a:chExt cx="0" cy="0"/>
        </a:xfrm>
      </p:grpSpPr>
      <p:sp>
        <p:nvSpPr>
          <p:cNvPr id="129" name="Google Shape;129;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pic>
        <p:nvPicPr>
          <p:cNvPr id="10" name="Google Shape;10;p10"/>
          <p:cNvPicPr preferRelativeResize="0"/>
          <p:nvPr/>
        </p:nvPicPr>
        <p:blipFill rotWithShape="1">
          <a:blip r:embed="rId11">
            <a:alphaModFix/>
          </a:blip>
          <a:srcRect/>
          <a:stretch/>
        </p:blipFill>
        <p:spPr>
          <a:xfrm>
            <a:off x="435" y="0"/>
            <a:ext cx="12186455" cy="6853723"/>
          </a:xfrm>
          <a:prstGeom prst="rect">
            <a:avLst/>
          </a:prstGeom>
          <a:noFill/>
          <a:ln>
            <a:noFill/>
          </a:ln>
        </p:spPr>
      </p:pic>
      <p:sp>
        <p:nvSpPr>
          <p:cNvPr id="11" name="Google Shape;11;p10"/>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3992"/>
              <a:buFont typeface="Arial"/>
              <a:buNone/>
              <a:defRPr sz="3991"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0"/>
          <p:cNvSpPr txBox="1">
            <a:spLocks noGrp="1"/>
          </p:cNvSpPr>
          <p:nvPr>
            <p:ph type="body" idx="1"/>
          </p:nvPr>
        </p:nvSpPr>
        <p:spPr>
          <a:xfrm>
            <a:off x="609562" y="1604514"/>
            <a:ext cx="10972120" cy="3977158"/>
          </a:xfrm>
          <a:prstGeom prst="rect">
            <a:avLst/>
          </a:prstGeom>
          <a:noFill/>
          <a:ln>
            <a:noFill/>
          </a:ln>
        </p:spPr>
        <p:txBody>
          <a:bodyPr spcFirstLastPara="1" wrap="square" lIns="0" tIns="0" rIns="0" bIns="0" anchor="t" anchorCtr="0">
            <a:noAutofit/>
          </a:bodyPr>
          <a:lstStyle>
            <a:lvl1pPr marL="457200" marR="0" lvl="0" indent="-301180" algn="l" rtl="0">
              <a:lnSpc>
                <a:spcPct val="90000"/>
              </a:lnSpc>
              <a:spcBef>
                <a:spcPts val="907"/>
              </a:spcBef>
              <a:spcAft>
                <a:spcPts val="0"/>
              </a:spcAft>
              <a:buClr>
                <a:srgbClr val="000000"/>
              </a:buClr>
              <a:buSzPts val="1143"/>
              <a:buFont typeface="Noto Sans Symbols"/>
              <a:buChar char="●"/>
              <a:defRPr sz="2540" b="0" i="0" u="none" strike="noStrike" cap="none">
                <a:solidFill>
                  <a:schemeClr val="dk1"/>
                </a:solidFill>
                <a:latin typeface="Arial"/>
                <a:ea typeface="Arial"/>
                <a:cs typeface="Arial"/>
                <a:sym typeface="Arial"/>
              </a:defRPr>
            </a:lvl1pPr>
            <a:lvl2pPr marL="914400" marR="0" lvl="1" indent="-366839" algn="l" rtl="0">
              <a:lnSpc>
                <a:spcPct val="90000"/>
              </a:lnSpc>
              <a:spcBef>
                <a:spcPts val="454"/>
              </a:spcBef>
              <a:spcAft>
                <a:spcPts val="0"/>
              </a:spcAft>
              <a:buClr>
                <a:schemeClr val="dk1"/>
              </a:buClr>
              <a:buSzPts val="2177"/>
              <a:buFont typeface="Arial"/>
              <a:buChar char="•"/>
              <a:defRPr sz="2177" b="0" i="0" u="none" strike="noStrike" cap="none">
                <a:solidFill>
                  <a:schemeClr val="dk1"/>
                </a:solidFill>
                <a:latin typeface="Arial"/>
                <a:ea typeface="Arial"/>
                <a:cs typeface="Arial"/>
                <a:sym typeface="Arial"/>
              </a:defRPr>
            </a:lvl2pPr>
            <a:lvl3pPr marL="1371600" marR="0" lvl="2" indent="-343789" algn="l" rtl="0">
              <a:lnSpc>
                <a:spcPct val="90000"/>
              </a:lnSpc>
              <a:spcBef>
                <a:spcPts val="454"/>
              </a:spcBef>
              <a:spcAft>
                <a:spcPts val="0"/>
              </a:spcAft>
              <a:buClr>
                <a:schemeClr val="dk1"/>
              </a:buClr>
              <a:buSzPts val="1814"/>
              <a:buFont typeface="Arial"/>
              <a:buChar char="•"/>
              <a:defRPr sz="1814" b="0" i="0" u="none" strike="noStrike" cap="none">
                <a:solidFill>
                  <a:schemeClr val="dk1"/>
                </a:solidFill>
                <a:latin typeface="Arial"/>
                <a:ea typeface="Arial"/>
                <a:cs typeface="Arial"/>
                <a:sym typeface="Arial"/>
              </a:defRPr>
            </a:lvl3pPr>
            <a:lvl4pPr marL="1828800" marR="0" lvl="3"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4pPr>
            <a:lvl5pPr marL="2286000" marR="0" lvl="4"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5pPr>
            <a:lvl6pPr marL="2743200" marR="0" lvl="5"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6pPr>
            <a:lvl7pPr marL="3200400" marR="0" lvl="6"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7pPr>
            <a:lvl8pPr marL="3657600" marR="0" lvl="7"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8pPr>
            <a:lvl9pPr marL="4114800" marR="0" lvl="8"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 name="Google Shape;61;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1" r:id="rId9"/>
    <p:sldLayoutId id="214748367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5754-35B9-69FE-ECAA-D79AB5DC3EBE}"/>
              </a:ext>
            </a:extLst>
          </p:cNvPr>
          <p:cNvSpPr>
            <a:spLocks noGrp="1"/>
          </p:cNvSpPr>
          <p:nvPr>
            <p:ph type="title"/>
          </p:nvPr>
        </p:nvSpPr>
        <p:spPr>
          <a:xfrm>
            <a:off x="609562" y="273352"/>
            <a:ext cx="10972120" cy="6287105"/>
          </a:xfrm>
        </p:spPr>
        <p:txBody>
          <a:bodyPr/>
          <a:lstStyle/>
          <a:p>
            <a:pPr marL="0" marR="0" lvl="0" indent="0" rtl="0">
              <a:lnSpc>
                <a:spcPct val="100000"/>
              </a:lnSpc>
              <a:spcBef>
                <a:spcPts val="0"/>
              </a:spcBef>
              <a:spcAft>
                <a:spcPts val="0"/>
              </a:spcAft>
            </a:pPr>
            <a:r>
              <a:rPr lang="en-US" sz="4000" b="1" dirty="0">
                <a:solidFill>
                  <a:srgbClr val="FFFFFF"/>
                </a:solidFill>
                <a:latin typeface="Century Schoolbook"/>
                <a:ea typeface="Century Schoolbook"/>
                <a:cs typeface="Century Schoolbook"/>
                <a:sym typeface="Century Schoolbook"/>
              </a:rPr>
              <a:t>Identification &amp; Optical character recognition (OCR) for Structured Documents</a:t>
            </a:r>
            <a:r>
              <a:rPr lang="en-US" sz="4000" b="1" i="0" u="none" strike="noStrike" cap="none" dirty="0">
                <a:solidFill>
                  <a:srgbClr val="FFFFFF"/>
                </a:solidFill>
                <a:latin typeface="Century Schoolbook"/>
                <a:ea typeface="Century Schoolbook"/>
                <a:cs typeface="Century Schoolbook"/>
                <a:sym typeface="Century Schoolbook"/>
              </a:rPr>
              <a:t> - SBI</a:t>
            </a:r>
            <a:br>
              <a:rPr lang="en-US" sz="4000" b="1" i="0" u="none" strike="noStrike" cap="none" dirty="0">
                <a:solidFill>
                  <a:srgbClr val="FFFFFF"/>
                </a:solidFill>
                <a:latin typeface="Century Schoolbook"/>
                <a:ea typeface="Century Schoolbook"/>
                <a:cs typeface="Century Schoolbook"/>
                <a:sym typeface="Century Schoolbook"/>
              </a:rPr>
            </a:br>
            <a:br>
              <a:rPr lang="en-US" sz="1600" b="0" i="0" u="none" strike="noStrike" cap="none" dirty="0">
                <a:solidFill>
                  <a:srgbClr val="000000"/>
                </a:solidFill>
                <a:latin typeface="Arial"/>
                <a:ea typeface="Arial"/>
                <a:cs typeface="Arial"/>
                <a:sym typeface="Arial"/>
              </a:rPr>
            </a:br>
            <a:br>
              <a:rPr lang="en-US" sz="1800" b="0" i="0" u="none" strike="noStrike" cap="none" dirty="0">
                <a:solidFill>
                  <a:srgbClr val="000000"/>
                </a:solidFill>
                <a:latin typeface="Arial"/>
                <a:ea typeface="Arial"/>
                <a:cs typeface="Arial"/>
                <a:sym typeface="Arial"/>
              </a:rPr>
            </a:br>
            <a:br>
              <a:rPr lang="en-US" sz="1800" b="0" i="0" u="none" strike="noStrike" cap="none" dirty="0">
                <a:solidFill>
                  <a:srgbClr val="000000"/>
                </a:solidFill>
                <a:latin typeface="Arial"/>
                <a:ea typeface="Arial"/>
                <a:cs typeface="Arial"/>
                <a:sym typeface="Arial"/>
              </a:rPr>
            </a:br>
            <a:endParaRPr lang="en-US" dirty="0"/>
          </a:p>
        </p:txBody>
      </p:sp>
    </p:spTree>
    <p:extLst>
      <p:ext uri="{BB962C8B-B14F-4D97-AF65-F5344CB8AC3E}">
        <p14:creationId xmlns:p14="http://schemas.microsoft.com/office/powerpoint/2010/main" val="3900771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82A3-4834-6408-6AC7-F1E82F3FEE5A}"/>
              </a:ext>
            </a:extLst>
          </p:cNvPr>
          <p:cNvSpPr>
            <a:spLocks noGrp="1"/>
          </p:cNvSpPr>
          <p:nvPr>
            <p:ph type="title"/>
          </p:nvPr>
        </p:nvSpPr>
        <p:spPr/>
        <p:txBody>
          <a:bodyPr/>
          <a:lstStyle/>
          <a:p>
            <a:pPr algn="ctr"/>
            <a:r>
              <a:rPr lang="en-US" b="1" u="sng" dirty="0">
                <a:solidFill>
                  <a:schemeClr val="bg1"/>
                </a:solidFill>
                <a:latin typeface="Arial" panose="020B0604020202020204" pitchFamily="34" charset="0"/>
                <a:cs typeface="Arial" panose="020B0604020202020204" pitchFamily="34" charset="0"/>
              </a:rPr>
              <a:t>What is OCR?</a:t>
            </a:r>
          </a:p>
        </p:txBody>
      </p:sp>
      <p:sp>
        <p:nvSpPr>
          <p:cNvPr id="3" name="Subtitle 2">
            <a:extLst>
              <a:ext uri="{FF2B5EF4-FFF2-40B4-BE49-F238E27FC236}">
                <a16:creationId xmlns:a16="http://schemas.microsoft.com/office/drawing/2014/main" id="{E9CBB0CB-2DBD-3A2C-3F95-7FC76F324C4B}"/>
              </a:ext>
            </a:extLst>
          </p:cNvPr>
          <p:cNvSpPr>
            <a:spLocks noGrp="1"/>
          </p:cNvSpPr>
          <p:nvPr>
            <p:ph type="subTitle" idx="1"/>
          </p:nvPr>
        </p:nvSpPr>
        <p:spPr/>
        <p:txBody>
          <a:bodyPr/>
          <a:lstStyle/>
          <a:p>
            <a:r>
              <a:rPr lang="en-US" sz="4000" b="0" i="0" dirty="0">
                <a:solidFill>
                  <a:schemeClr val="bg1"/>
                </a:solidFill>
                <a:effectLst/>
                <a:latin typeface="Segoe UI" panose="020B0502040204020203" pitchFamily="34" charset="0"/>
              </a:rPr>
              <a:t>Optical character recognition (OCR) allows us to extract printed or handwritten text from images, such as photos of street signs and products, as well as from documents—invoices, bills, bank-statements, etc.</a:t>
            </a:r>
            <a:endParaRPr lang="en-US" sz="4000" dirty="0">
              <a:solidFill>
                <a:schemeClr val="bg1"/>
              </a:solidFill>
            </a:endParaRPr>
          </a:p>
        </p:txBody>
      </p:sp>
    </p:spTree>
    <p:extLst>
      <p:ext uri="{BB962C8B-B14F-4D97-AF65-F5344CB8AC3E}">
        <p14:creationId xmlns:p14="http://schemas.microsoft.com/office/powerpoint/2010/main" val="754958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9D9AA-DD61-352F-8165-63A142FD50DA}"/>
              </a:ext>
            </a:extLst>
          </p:cNvPr>
          <p:cNvSpPr>
            <a:spLocks noGrp="1"/>
          </p:cNvSpPr>
          <p:nvPr>
            <p:ph type="title"/>
          </p:nvPr>
        </p:nvSpPr>
        <p:spPr/>
        <p:txBody>
          <a:bodyPr/>
          <a:lstStyle/>
          <a:p>
            <a:pPr algn="ctr"/>
            <a:r>
              <a:rPr lang="en-US" sz="4800" b="1" u="sng" dirty="0">
                <a:solidFill>
                  <a:schemeClr val="bg1"/>
                </a:solidFill>
                <a:latin typeface="Arial" panose="020B0604020202020204" pitchFamily="34" charset="0"/>
                <a:cs typeface="Arial" panose="020B0604020202020204" pitchFamily="34" charset="0"/>
              </a:rPr>
              <a:t>How will it work?</a:t>
            </a:r>
          </a:p>
        </p:txBody>
      </p:sp>
      <p:sp>
        <p:nvSpPr>
          <p:cNvPr id="3" name="Subtitle 2">
            <a:extLst>
              <a:ext uri="{FF2B5EF4-FFF2-40B4-BE49-F238E27FC236}">
                <a16:creationId xmlns:a16="http://schemas.microsoft.com/office/drawing/2014/main" id="{AC1A4A95-F863-7FB5-1A2F-21DC1B8078CA}"/>
              </a:ext>
            </a:extLst>
          </p:cNvPr>
          <p:cNvSpPr>
            <a:spLocks noGrp="1"/>
          </p:cNvSpPr>
          <p:nvPr>
            <p:ph type="subTitle" idx="1"/>
          </p:nvPr>
        </p:nvSpPr>
        <p:spPr/>
        <p:txBody>
          <a:bodyPr/>
          <a:lstStyle/>
          <a:p>
            <a:r>
              <a:rPr lang="en-US" sz="2800" b="0" i="0" dirty="0">
                <a:solidFill>
                  <a:schemeClr val="bg1"/>
                </a:solidFill>
                <a:effectLst/>
                <a:latin typeface="Segoe UI" panose="020B0502040204020203" pitchFamily="34" charset="0"/>
              </a:rPr>
              <a:t>Here we are using Microsoft Azure's latest OCR technology “READ API” that extracts printed text (in several languages), handwritten text (in several languages), digits, and currency symbols from images and multi-page PDF documents. It's optimized to extract text from text-heavy images and multi-page PDF documents with mixed languages. It supports extracting both printed and handwritten text in the same image or document.</a:t>
            </a:r>
            <a:endParaRPr lang="en-US" sz="2800" dirty="0">
              <a:solidFill>
                <a:schemeClr val="bg1"/>
              </a:solidFill>
            </a:endParaRPr>
          </a:p>
        </p:txBody>
      </p:sp>
    </p:spTree>
    <p:extLst>
      <p:ext uri="{BB962C8B-B14F-4D97-AF65-F5344CB8AC3E}">
        <p14:creationId xmlns:p14="http://schemas.microsoft.com/office/powerpoint/2010/main" val="2678193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C0516-221F-E376-A318-EAFC045BE13D}"/>
              </a:ext>
            </a:extLst>
          </p:cNvPr>
          <p:cNvSpPr>
            <a:spLocks noGrp="1"/>
          </p:cNvSpPr>
          <p:nvPr>
            <p:ph type="title"/>
          </p:nvPr>
        </p:nvSpPr>
        <p:spPr/>
        <p:txBody>
          <a:bodyPr/>
          <a:lstStyle/>
          <a:p>
            <a:pPr algn="ctr"/>
            <a:r>
              <a:rPr lang="en-US" b="1" u="sng" dirty="0">
                <a:solidFill>
                  <a:schemeClr val="bg1"/>
                </a:solidFill>
              </a:rPr>
              <a:t>Input</a:t>
            </a:r>
          </a:p>
        </p:txBody>
      </p:sp>
      <p:sp>
        <p:nvSpPr>
          <p:cNvPr id="3" name="Subtitle 2">
            <a:extLst>
              <a:ext uri="{FF2B5EF4-FFF2-40B4-BE49-F238E27FC236}">
                <a16:creationId xmlns:a16="http://schemas.microsoft.com/office/drawing/2014/main" id="{8D4A90C9-3590-820F-1284-B239986FF2D7}"/>
              </a:ext>
            </a:extLst>
          </p:cNvPr>
          <p:cNvSpPr>
            <a:spLocks noGrp="1"/>
          </p:cNvSpPr>
          <p:nvPr>
            <p:ph type="subTitle" idx="1"/>
          </p:nvPr>
        </p:nvSpPr>
        <p:spPr>
          <a:xfrm>
            <a:off x="609562" y="1604513"/>
            <a:ext cx="10972120" cy="4781773"/>
          </a:xfrm>
        </p:spPr>
        <p:txBody>
          <a:bodyPr/>
          <a:lstStyle/>
          <a:p>
            <a:pPr>
              <a:buClr>
                <a:schemeClr val="bg1"/>
              </a:buClr>
              <a:buSzPct val="50000"/>
            </a:pPr>
            <a:r>
              <a:rPr lang="en-US" sz="2400" b="0" i="0" dirty="0">
                <a:solidFill>
                  <a:schemeClr val="bg1"/>
                </a:solidFill>
                <a:effectLst/>
                <a:latin typeface="Segoe UI" panose="020B0502040204020203" pitchFamily="34" charset="0"/>
              </a:rPr>
              <a:t>Supported file formats: JPEG, PNG, BMP, PDF, and TIFF.</a:t>
            </a:r>
          </a:p>
          <a:p>
            <a:pPr>
              <a:buClr>
                <a:schemeClr val="bg1"/>
              </a:buClr>
              <a:buSzPct val="50000"/>
            </a:pPr>
            <a:r>
              <a:rPr lang="en-US" sz="2400" b="0" i="0" dirty="0">
                <a:solidFill>
                  <a:schemeClr val="bg1"/>
                </a:solidFill>
                <a:effectLst/>
                <a:latin typeface="Segoe UI" panose="020B0502040204020203" pitchFamily="34" charset="0"/>
              </a:rPr>
              <a:t>For PDF and TIFF files, up to 2000 pages (only first two pages for the free tier) are processed.</a:t>
            </a:r>
          </a:p>
          <a:p>
            <a:pPr>
              <a:buClr>
                <a:schemeClr val="bg1"/>
              </a:buClr>
              <a:buSzPct val="50000"/>
            </a:pPr>
            <a:r>
              <a:rPr lang="en-US" sz="2400" b="0" i="0" dirty="0">
                <a:solidFill>
                  <a:schemeClr val="bg1"/>
                </a:solidFill>
                <a:effectLst/>
                <a:latin typeface="Segoe UI" panose="020B0502040204020203" pitchFamily="34" charset="0"/>
              </a:rPr>
              <a:t>The file size must be less than 500 MB (4 MB for the free tier) and dimensions at least 50 x 50 pixels and at most 10000 x 10000 pixels.</a:t>
            </a:r>
          </a:p>
          <a:p>
            <a:pPr>
              <a:buClr>
                <a:schemeClr val="bg1"/>
              </a:buClr>
              <a:buSzPct val="50000"/>
            </a:pPr>
            <a:r>
              <a:rPr lang="en-US" sz="2400" b="0" i="0" dirty="0">
                <a:solidFill>
                  <a:schemeClr val="bg1"/>
                </a:solidFill>
                <a:effectLst/>
                <a:latin typeface="Segoe UI" panose="020B0502040204020203" pitchFamily="34" charset="0"/>
              </a:rPr>
              <a:t>The minimum height of the text to be extracted is 12 pixels for a 1024X768 image. This corresponds to about 8 font point text at 150 DPI.</a:t>
            </a:r>
          </a:p>
          <a:p>
            <a:pPr>
              <a:buClr>
                <a:schemeClr val="bg1"/>
              </a:buClr>
              <a:buSzPct val="50000"/>
            </a:pPr>
            <a:endParaRPr lang="en-US" sz="2400" dirty="0">
              <a:solidFill>
                <a:schemeClr val="bg1"/>
              </a:solidFill>
            </a:endParaRPr>
          </a:p>
        </p:txBody>
      </p:sp>
    </p:spTree>
    <p:extLst>
      <p:ext uri="{BB962C8B-B14F-4D97-AF65-F5344CB8AC3E}">
        <p14:creationId xmlns:p14="http://schemas.microsoft.com/office/powerpoint/2010/main" val="145148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78DF5-575F-0A5B-9834-1502D7F49CF6}"/>
              </a:ext>
            </a:extLst>
          </p:cNvPr>
          <p:cNvSpPr>
            <a:spLocks noGrp="1"/>
          </p:cNvSpPr>
          <p:nvPr>
            <p:ph type="title"/>
          </p:nvPr>
        </p:nvSpPr>
        <p:spPr/>
        <p:txBody>
          <a:bodyPr/>
          <a:lstStyle/>
          <a:p>
            <a:pPr algn="ctr"/>
            <a:r>
              <a:rPr lang="en-US" b="1" u="sng" dirty="0">
                <a:solidFill>
                  <a:schemeClr val="bg1"/>
                </a:solidFill>
              </a:rPr>
              <a:t>Code using Java</a:t>
            </a:r>
          </a:p>
        </p:txBody>
      </p:sp>
      <p:sp>
        <p:nvSpPr>
          <p:cNvPr id="3" name="Subtitle 2">
            <a:extLst>
              <a:ext uri="{FF2B5EF4-FFF2-40B4-BE49-F238E27FC236}">
                <a16:creationId xmlns:a16="http://schemas.microsoft.com/office/drawing/2014/main" id="{6110B8BD-1001-6261-E358-782905DB8E17}"/>
              </a:ext>
            </a:extLst>
          </p:cNvPr>
          <p:cNvSpPr>
            <a:spLocks noGrp="1"/>
          </p:cNvSpPr>
          <p:nvPr>
            <p:ph type="subTitle" idx="1"/>
          </p:nvPr>
        </p:nvSpPr>
        <p:spPr>
          <a:xfrm>
            <a:off x="609562" y="1418035"/>
            <a:ext cx="10972120" cy="4852136"/>
          </a:xfrm>
        </p:spPr>
        <p:txBody>
          <a:bodyPr/>
          <a:lstStyle/>
          <a:p>
            <a:r>
              <a:rPr lang="en-US" sz="1400" dirty="0">
                <a:solidFill>
                  <a:schemeClr val="bg1"/>
                </a:solidFill>
              </a:rPr>
              <a:t>import com.microsoft.azure.cognitiveservices.vision.computervision.*;</a:t>
            </a:r>
          </a:p>
          <a:p>
            <a:r>
              <a:rPr lang="en-US" sz="1400" dirty="0">
                <a:solidFill>
                  <a:schemeClr val="bg1"/>
                </a:solidFill>
              </a:rPr>
              <a:t>import com.microsoft.azure.cognitiveservices.vision.computervision.implementation.ComputerVisionImpl;</a:t>
            </a:r>
          </a:p>
          <a:p>
            <a:r>
              <a:rPr lang="en-US" sz="1400" dirty="0">
                <a:solidFill>
                  <a:schemeClr val="bg1"/>
                </a:solidFill>
              </a:rPr>
              <a:t>import com.microsoft.azure.cognitiveservices.vision.computervision.models.*;</a:t>
            </a:r>
          </a:p>
          <a:p>
            <a:endParaRPr lang="en-US" sz="1400" dirty="0">
              <a:solidFill>
                <a:schemeClr val="bg1"/>
              </a:solidFill>
            </a:endParaRPr>
          </a:p>
          <a:p>
            <a:r>
              <a:rPr lang="en-US" sz="1400" dirty="0">
                <a:solidFill>
                  <a:schemeClr val="bg1"/>
                </a:solidFill>
              </a:rPr>
              <a:t>import java.io.*;</a:t>
            </a:r>
          </a:p>
          <a:p>
            <a:r>
              <a:rPr lang="en-US" sz="1400" dirty="0">
                <a:solidFill>
                  <a:schemeClr val="bg1"/>
                </a:solidFill>
              </a:rPr>
              <a:t>import java.nio.file.Files;</a:t>
            </a:r>
          </a:p>
          <a:p>
            <a:endParaRPr lang="en-US" sz="1400" dirty="0">
              <a:solidFill>
                <a:schemeClr val="bg1"/>
              </a:solidFill>
            </a:endParaRPr>
          </a:p>
          <a:p>
            <a:r>
              <a:rPr lang="en-US" sz="1400" dirty="0">
                <a:solidFill>
                  <a:schemeClr val="bg1"/>
                </a:solidFill>
              </a:rPr>
              <a:t>import java.util.ArrayList;</a:t>
            </a:r>
          </a:p>
          <a:p>
            <a:r>
              <a:rPr lang="en-US" sz="1400" dirty="0">
                <a:solidFill>
                  <a:schemeClr val="bg1"/>
                </a:solidFill>
              </a:rPr>
              <a:t>import java.util.List;</a:t>
            </a:r>
          </a:p>
          <a:p>
            <a:r>
              <a:rPr lang="en-US" sz="1400" dirty="0">
                <a:solidFill>
                  <a:schemeClr val="bg1"/>
                </a:solidFill>
              </a:rPr>
              <a:t>import java.util.UUID;</a:t>
            </a:r>
          </a:p>
          <a:p>
            <a:endParaRPr lang="en-US" sz="1400" dirty="0">
              <a:solidFill>
                <a:schemeClr val="bg1"/>
              </a:solidFill>
            </a:endParaRPr>
          </a:p>
          <a:p>
            <a:r>
              <a:rPr lang="en-US" sz="1400" dirty="0">
                <a:solidFill>
                  <a:schemeClr val="bg1"/>
                </a:solidFill>
              </a:rPr>
              <a:t>public class ComputerVisionQuickstart </a:t>
            </a:r>
          </a:p>
          <a:p>
            <a:r>
              <a:rPr lang="en-US" sz="1400" dirty="0">
                <a:solidFill>
                  <a:schemeClr val="bg1"/>
                </a:solidFill>
              </a:rPr>
              <a:t>{</a:t>
            </a:r>
          </a:p>
          <a:p>
            <a:pPr marL="156020" indent="0">
              <a:buNone/>
            </a:pPr>
            <a:r>
              <a:rPr lang="en-US" sz="1400" dirty="0">
                <a:solidFill>
                  <a:schemeClr val="bg1"/>
                </a:solidFill>
              </a:rPr>
              <a:t>          static String subscriptionKey = "PASTE_YOUR_COMPUTER_VISION_SUBSCRIPTION_KEY_HERE";</a:t>
            </a:r>
          </a:p>
          <a:p>
            <a:r>
              <a:rPr lang="en-US" sz="1400" dirty="0">
                <a:solidFill>
                  <a:schemeClr val="bg1"/>
                </a:solidFill>
              </a:rPr>
              <a:t>    static String endpoint = "PASTE_YOUR_COMPUTER_VISION_ENDPOINT_HERE";</a:t>
            </a:r>
          </a:p>
          <a:p>
            <a:endParaRPr lang="en-US" sz="1400" dirty="0">
              <a:solidFill>
                <a:schemeClr val="bg1"/>
              </a:solidFill>
            </a:endParaRPr>
          </a:p>
        </p:txBody>
      </p:sp>
    </p:spTree>
    <p:extLst>
      <p:ext uri="{BB962C8B-B14F-4D97-AF65-F5344CB8AC3E}">
        <p14:creationId xmlns:p14="http://schemas.microsoft.com/office/powerpoint/2010/main" val="1449492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5073C-2705-B0B3-74CE-51149981B591}"/>
              </a:ext>
            </a:extLst>
          </p:cNvPr>
          <p:cNvSpPr>
            <a:spLocks noGrp="1"/>
          </p:cNvSpPr>
          <p:nvPr>
            <p:ph type="title"/>
          </p:nvPr>
        </p:nvSpPr>
        <p:spPr/>
        <p:txBody>
          <a:bodyPr/>
          <a:lstStyle/>
          <a:p>
            <a:pPr algn="ctr"/>
            <a:r>
              <a:rPr lang="en-US" sz="4000" b="1" u="sng" dirty="0">
                <a:solidFill>
                  <a:schemeClr val="bg1"/>
                </a:solidFill>
              </a:rPr>
              <a:t>Code using Java</a:t>
            </a:r>
          </a:p>
        </p:txBody>
      </p:sp>
      <p:sp>
        <p:nvSpPr>
          <p:cNvPr id="3" name="Subtitle 2">
            <a:extLst>
              <a:ext uri="{FF2B5EF4-FFF2-40B4-BE49-F238E27FC236}">
                <a16:creationId xmlns:a16="http://schemas.microsoft.com/office/drawing/2014/main" id="{88AC0BB7-5AD7-C351-13CD-C41413A638D3}"/>
              </a:ext>
            </a:extLst>
          </p:cNvPr>
          <p:cNvSpPr>
            <a:spLocks noGrp="1"/>
          </p:cNvSpPr>
          <p:nvPr>
            <p:ph type="subTitle" idx="1"/>
          </p:nvPr>
        </p:nvSpPr>
        <p:spPr>
          <a:xfrm>
            <a:off x="609562" y="1604513"/>
            <a:ext cx="10972120" cy="4868857"/>
          </a:xfrm>
        </p:spPr>
        <p:txBody>
          <a:bodyPr/>
          <a:lstStyle/>
          <a:p>
            <a:r>
              <a:rPr lang="en-US" sz="1600" dirty="0">
                <a:solidFill>
                  <a:schemeClr val="bg1"/>
                </a:solidFill>
              </a:rPr>
              <a:t>public static void main(String[] args) </a:t>
            </a:r>
          </a:p>
          <a:p>
            <a:r>
              <a:rPr lang="en-US" sz="1600" dirty="0">
                <a:solidFill>
                  <a:schemeClr val="bg1"/>
                </a:solidFill>
              </a:rPr>
              <a:t>    {</a:t>
            </a:r>
          </a:p>
          <a:p>
            <a:r>
              <a:rPr lang="en-US" sz="1600" dirty="0">
                <a:solidFill>
                  <a:schemeClr val="bg1"/>
                </a:solidFill>
              </a:rPr>
              <a:t>        </a:t>
            </a:r>
          </a:p>
          <a:p>
            <a:r>
              <a:rPr lang="en-US" sz="1600" dirty="0">
                <a:solidFill>
                  <a:schemeClr val="bg1"/>
                </a:solidFill>
              </a:rPr>
              <a:t>        System.out.println("\nAzure Cognitive Services Computer Vision - Java </a:t>
            </a:r>
            <a:r>
              <a:rPr lang="en-US" sz="1600" dirty="0" err="1">
                <a:solidFill>
                  <a:schemeClr val="bg1"/>
                </a:solidFill>
              </a:rPr>
              <a:t>Quickstart</a:t>
            </a:r>
            <a:r>
              <a:rPr lang="en-US" sz="1600" dirty="0">
                <a:solidFill>
                  <a:schemeClr val="bg1"/>
                </a:solidFill>
              </a:rPr>
              <a:t> Sample");</a:t>
            </a:r>
          </a:p>
          <a:p>
            <a:endParaRPr lang="en-US" sz="1600" dirty="0">
              <a:solidFill>
                <a:schemeClr val="bg1"/>
              </a:solidFill>
            </a:endParaRPr>
          </a:p>
          <a:p>
            <a:r>
              <a:rPr lang="en-US" sz="1600" dirty="0">
                <a:solidFill>
                  <a:schemeClr val="bg1"/>
                </a:solidFill>
              </a:rPr>
              <a:t>        // Create an authenticated Computer Vision client.</a:t>
            </a:r>
          </a:p>
          <a:p>
            <a:r>
              <a:rPr lang="en-US" sz="1600" dirty="0">
                <a:solidFill>
                  <a:schemeClr val="bg1"/>
                </a:solidFill>
              </a:rPr>
              <a:t>        ComputerVisionClient compVisClient = Authenticate(subscriptionKey, endpoint); </a:t>
            </a:r>
          </a:p>
          <a:p>
            <a:endParaRPr lang="en-US" sz="1600" dirty="0">
              <a:solidFill>
                <a:schemeClr val="bg1"/>
              </a:solidFill>
            </a:endParaRPr>
          </a:p>
          <a:p>
            <a:r>
              <a:rPr lang="en-US" sz="1600" dirty="0">
                <a:solidFill>
                  <a:schemeClr val="bg1"/>
                </a:solidFill>
              </a:rPr>
              <a:t>        // Read from remote image</a:t>
            </a:r>
          </a:p>
          <a:p>
            <a:r>
              <a:rPr lang="en-US" sz="1600" dirty="0">
                <a:solidFill>
                  <a:schemeClr val="bg1"/>
                </a:solidFill>
              </a:rPr>
              <a:t>        ReadFromUrl(compVisClient);</a:t>
            </a:r>
          </a:p>
          <a:p>
            <a:r>
              <a:rPr lang="en-US" sz="1600" dirty="0">
                <a:solidFill>
                  <a:schemeClr val="bg1"/>
                </a:solidFill>
              </a:rPr>
              <a:t>    }</a:t>
            </a:r>
          </a:p>
          <a:p>
            <a:endParaRPr lang="en-US" sz="1600" dirty="0">
              <a:solidFill>
                <a:schemeClr val="bg1"/>
              </a:solidFill>
            </a:endParaRPr>
          </a:p>
        </p:txBody>
      </p:sp>
    </p:spTree>
    <p:extLst>
      <p:ext uri="{BB962C8B-B14F-4D97-AF65-F5344CB8AC3E}">
        <p14:creationId xmlns:p14="http://schemas.microsoft.com/office/powerpoint/2010/main" val="2133157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CD61-3E05-B1FE-40FB-4C76E2095571}"/>
              </a:ext>
            </a:extLst>
          </p:cNvPr>
          <p:cNvSpPr>
            <a:spLocks noGrp="1"/>
          </p:cNvSpPr>
          <p:nvPr>
            <p:ph type="title"/>
          </p:nvPr>
        </p:nvSpPr>
        <p:spPr/>
        <p:txBody>
          <a:bodyPr/>
          <a:lstStyle/>
          <a:p>
            <a:pPr algn="ctr"/>
            <a:r>
              <a:rPr lang="en-US" sz="4400" b="1" u="sng" dirty="0">
                <a:solidFill>
                  <a:schemeClr val="bg1"/>
                </a:solidFill>
              </a:rPr>
              <a:t>Code using Java</a:t>
            </a:r>
          </a:p>
        </p:txBody>
      </p:sp>
      <p:sp>
        <p:nvSpPr>
          <p:cNvPr id="3" name="Subtitle 2">
            <a:extLst>
              <a:ext uri="{FF2B5EF4-FFF2-40B4-BE49-F238E27FC236}">
                <a16:creationId xmlns:a16="http://schemas.microsoft.com/office/drawing/2014/main" id="{F10B8106-1747-AEA0-24D9-789BB3754998}"/>
              </a:ext>
            </a:extLst>
          </p:cNvPr>
          <p:cNvSpPr>
            <a:spLocks noGrp="1"/>
          </p:cNvSpPr>
          <p:nvPr>
            <p:ph type="subTitle" idx="1"/>
          </p:nvPr>
        </p:nvSpPr>
        <p:spPr>
          <a:xfrm>
            <a:off x="609562" y="1604514"/>
            <a:ext cx="10972120" cy="4980134"/>
          </a:xfrm>
        </p:spPr>
        <p:txBody>
          <a:bodyPr/>
          <a:lstStyle/>
          <a:p>
            <a:r>
              <a:rPr lang="en-US" sz="1800" dirty="0">
                <a:solidFill>
                  <a:schemeClr val="bg1"/>
                </a:solidFill>
              </a:rPr>
              <a:t>public static ComputerVisionClient Authenticate(String subscriptionKey, String endpoint)</a:t>
            </a:r>
          </a:p>
          <a:p>
            <a:r>
              <a:rPr lang="en-US" sz="1800" dirty="0">
                <a:solidFill>
                  <a:schemeClr val="bg1"/>
                </a:solidFill>
              </a:rPr>
              <a:t>{</a:t>
            </a:r>
          </a:p>
          <a:p>
            <a:r>
              <a:rPr lang="en-US" sz="1800" dirty="0">
                <a:solidFill>
                  <a:schemeClr val="bg1"/>
                </a:solidFill>
              </a:rPr>
              <a:t>        return ComputerVisionManager.authenticate(subscriptionKey).withEndpoint(endpoint);</a:t>
            </a:r>
          </a:p>
          <a:p>
            <a:r>
              <a:rPr lang="en-US" sz="1800" dirty="0">
                <a:solidFill>
                  <a:schemeClr val="bg1"/>
                </a:solidFill>
              </a:rPr>
              <a:t>    }</a:t>
            </a:r>
          </a:p>
          <a:p>
            <a:r>
              <a:rPr lang="en-US" sz="1800" dirty="0">
                <a:solidFill>
                  <a:schemeClr val="bg1"/>
                </a:solidFill>
              </a:rPr>
              <a:t>    </a:t>
            </a:r>
          </a:p>
          <a:p>
            <a:r>
              <a:rPr lang="en-US" sz="1800" dirty="0">
                <a:solidFill>
                  <a:schemeClr val="bg1"/>
                </a:solidFill>
              </a:rPr>
              <a:t>    /** Performs a Read Operation */</a:t>
            </a:r>
          </a:p>
          <a:p>
            <a:r>
              <a:rPr lang="en-US" sz="1800" dirty="0">
                <a:solidFill>
                  <a:schemeClr val="bg1"/>
                </a:solidFill>
              </a:rPr>
              <a:t>    private static void ReadFromUrl(ComputerVisionClient client) {</a:t>
            </a:r>
          </a:p>
          <a:p>
            <a:r>
              <a:rPr lang="en-US" sz="1800" dirty="0">
                <a:solidFill>
                  <a:schemeClr val="bg1"/>
                </a:solidFill>
              </a:rPr>
              <a:t>        System.out.println("-----------------------------------------------");</a:t>
            </a:r>
          </a:p>
          <a:p>
            <a:r>
              <a:rPr lang="en-US" sz="1800" dirty="0">
                <a:solidFill>
                  <a:schemeClr val="bg1"/>
                </a:solidFill>
              </a:rPr>
              <a:t>        </a:t>
            </a:r>
          </a:p>
          <a:p>
            <a:r>
              <a:rPr lang="en-US" sz="1800" dirty="0">
                <a:solidFill>
                  <a:schemeClr val="bg1"/>
                </a:solidFill>
              </a:rPr>
              <a:t>        String remoteTextImageURL = "https://raw.githubusercontent.com/Azure-Samples/cognitive-services-sample-data-files/master/ComputerVision/Images/printed_text.jpg";</a:t>
            </a:r>
          </a:p>
          <a:p>
            <a:r>
              <a:rPr lang="en-US" sz="1800" dirty="0">
                <a:solidFill>
                  <a:schemeClr val="bg1"/>
                </a:solidFill>
              </a:rPr>
              <a:t>        System.out.println("Read with URL: " + remoteTextImageURL);</a:t>
            </a:r>
          </a:p>
          <a:p>
            <a:endParaRPr lang="en-US" sz="1800" dirty="0">
              <a:solidFill>
                <a:schemeClr val="bg1"/>
              </a:solidFill>
            </a:endParaRPr>
          </a:p>
        </p:txBody>
      </p:sp>
    </p:spTree>
    <p:extLst>
      <p:ext uri="{BB962C8B-B14F-4D97-AF65-F5344CB8AC3E}">
        <p14:creationId xmlns:p14="http://schemas.microsoft.com/office/powerpoint/2010/main" val="2345773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A11CE-154C-7A7F-4511-CBF3C5263FD5}"/>
              </a:ext>
            </a:extLst>
          </p:cNvPr>
          <p:cNvSpPr>
            <a:spLocks noGrp="1"/>
          </p:cNvSpPr>
          <p:nvPr>
            <p:ph type="title"/>
          </p:nvPr>
        </p:nvSpPr>
        <p:spPr/>
        <p:txBody>
          <a:bodyPr/>
          <a:lstStyle/>
          <a:p>
            <a:pPr algn="ctr"/>
            <a:r>
              <a:rPr lang="en-US" sz="4400" b="1" u="sng" dirty="0">
                <a:solidFill>
                  <a:schemeClr val="bg1"/>
                </a:solidFill>
              </a:rPr>
              <a:t>Code using Java</a:t>
            </a:r>
          </a:p>
        </p:txBody>
      </p:sp>
      <p:sp>
        <p:nvSpPr>
          <p:cNvPr id="3" name="Subtitle 2">
            <a:extLst>
              <a:ext uri="{FF2B5EF4-FFF2-40B4-BE49-F238E27FC236}">
                <a16:creationId xmlns:a16="http://schemas.microsoft.com/office/drawing/2014/main" id="{921D0E5E-6048-6DF0-B18F-C96A944FDD9F}"/>
              </a:ext>
            </a:extLst>
          </p:cNvPr>
          <p:cNvSpPr>
            <a:spLocks noGrp="1"/>
          </p:cNvSpPr>
          <p:nvPr>
            <p:ph type="subTitle" idx="1"/>
          </p:nvPr>
        </p:nvSpPr>
        <p:spPr>
          <a:xfrm>
            <a:off x="609562" y="1604514"/>
            <a:ext cx="10972120" cy="4980134"/>
          </a:xfrm>
        </p:spPr>
        <p:txBody>
          <a:bodyPr/>
          <a:lstStyle/>
          <a:p>
            <a:r>
              <a:rPr lang="en-US" sz="1200" dirty="0">
                <a:solidFill>
                  <a:schemeClr val="bg1"/>
                </a:solidFill>
              </a:rPr>
              <a:t>try {</a:t>
            </a:r>
          </a:p>
          <a:p>
            <a:r>
              <a:rPr lang="en-US" sz="1200" dirty="0">
                <a:solidFill>
                  <a:schemeClr val="bg1"/>
                </a:solidFill>
              </a:rPr>
              <a:t>            ComputerVisionImpl vision = (ComputerVisionImpl) client.computerVision();</a:t>
            </a:r>
          </a:p>
          <a:p>
            <a:pPr marL="156020" indent="0">
              <a:buNone/>
            </a:pPr>
            <a:r>
              <a:rPr lang="en-US" sz="1200" dirty="0">
                <a:solidFill>
                  <a:schemeClr val="bg1"/>
                </a:solidFill>
              </a:rPr>
              <a:t>                  // Read in remote image and response header</a:t>
            </a:r>
          </a:p>
          <a:p>
            <a:r>
              <a:rPr lang="en-US" sz="1200" dirty="0">
                <a:solidFill>
                  <a:schemeClr val="bg1"/>
                </a:solidFill>
              </a:rPr>
              <a:t>            ReadHeaders responseHeader = vision.readWithServiceResponseAsync(remoteTextImageURL, null)</a:t>
            </a:r>
          </a:p>
          <a:p>
            <a:r>
              <a:rPr lang="en-US" sz="1200" dirty="0">
                <a:solidFill>
                  <a:schemeClr val="bg1"/>
                </a:solidFill>
              </a:rPr>
              <a:t>            .toBlocking()</a:t>
            </a:r>
          </a:p>
          <a:p>
            <a:r>
              <a:rPr lang="en-US" sz="1200" dirty="0">
                <a:solidFill>
                  <a:schemeClr val="bg1"/>
                </a:solidFill>
              </a:rPr>
              <a:t>            .single()</a:t>
            </a:r>
          </a:p>
          <a:p>
            <a:r>
              <a:rPr lang="en-US" sz="1200" dirty="0">
                <a:solidFill>
                  <a:schemeClr val="bg1"/>
                </a:solidFill>
              </a:rPr>
              <a:t>            .headers();</a:t>
            </a:r>
          </a:p>
          <a:p>
            <a:r>
              <a:rPr lang="en-US" sz="1200" dirty="0">
                <a:solidFill>
                  <a:schemeClr val="bg1"/>
                </a:solidFill>
              </a:rPr>
              <a:t>            // Extract the operation Id </a:t>
            </a:r>
          </a:p>
          <a:p>
            <a:r>
              <a:rPr lang="en-US" sz="1200" dirty="0">
                <a:solidFill>
                  <a:schemeClr val="bg1"/>
                </a:solidFill>
              </a:rPr>
              <a:t>            String operationLocation = responseHeader.operationLocation();</a:t>
            </a:r>
          </a:p>
          <a:p>
            <a:r>
              <a:rPr lang="en-US" sz="1200" dirty="0">
                <a:solidFill>
                  <a:schemeClr val="bg1"/>
                </a:solidFill>
              </a:rPr>
              <a:t>            System.out.println("Operation Location:" + operationLocation);</a:t>
            </a:r>
          </a:p>
          <a:p>
            <a:pPr marL="156020" indent="0">
              <a:buNone/>
            </a:pPr>
            <a:r>
              <a:rPr lang="en-US" sz="1200" dirty="0">
                <a:solidFill>
                  <a:schemeClr val="bg1"/>
                </a:solidFill>
              </a:rPr>
              <a:t>                  getAndPrintReadResult(vision, operationLocation);</a:t>
            </a:r>
          </a:p>
          <a:p>
            <a:pPr marL="156020" indent="0">
              <a:buNone/>
            </a:pPr>
            <a:r>
              <a:rPr lang="en-US" sz="1200" dirty="0">
                <a:solidFill>
                  <a:schemeClr val="bg1"/>
                </a:solidFill>
              </a:rPr>
              <a:t>                  } </a:t>
            </a:r>
          </a:p>
          <a:p>
            <a:pPr marL="156020" indent="0">
              <a:buNone/>
            </a:pPr>
            <a:r>
              <a:rPr lang="en-US" sz="1200" dirty="0">
                <a:solidFill>
                  <a:schemeClr val="bg1"/>
                </a:solidFill>
              </a:rPr>
              <a:t>                  catch (Exception e) {</a:t>
            </a:r>
          </a:p>
          <a:p>
            <a:r>
              <a:rPr lang="en-US" sz="1200" dirty="0">
                <a:solidFill>
                  <a:schemeClr val="bg1"/>
                </a:solidFill>
              </a:rPr>
              <a:t>            System.out.println(e.getMessage());</a:t>
            </a:r>
          </a:p>
          <a:p>
            <a:r>
              <a:rPr lang="en-US" sz="1200" dirty="0">
                <a:solidFill>
                  <a:schemeClr val="bg1"/>
                </a:solidFill>
              </a:rPr>
              <a:t>            e.printStackTrace();</a:t>
            </a:r>
          </a:p>
          <a:p>
            <a:r>
              <a:rPr lang="en-US" sz="1200" dirty="0">
                <a:solidFill>
                  <a:schemeClr val="bg1"/>
                </a:solidFill>
              </a:rPr>
              <a:t>        }</a:t>
            </a:r>
          </a:p>
          <a:p>
            <a:r>
              <a:rPr lang="en-US" sz="1200" dirty="0">
                <a:solidFill>
                  <a:schemeClr val="bg1"/>
                </a:solidFill>
              </a:rPr>
              <a:t>    }</a:t>
            </a:r>
          </a:p>
        </p:txBody>
      </p:sp>
    </p:spTree>
    <p:extLst>
      <p:ext uri="{BB962C8B-B14F-4D97-AF65-F5344CB8AC3E}">
        <p14:creationId xmlns:p14="http://schemas.microsoft.com/office/powerpoint/2010/main" val="435766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4EB27-6E45-C76F-1831-810B77C7D23E}"/>
              </a:ext>
            </a:extLst>
          </p:cNvPr>
          <p:cNvSpPr>
            <a:spLocks noGrp="1"/>
          </p:cNvSpPr>
          <p:nvPr>
            <p:ph type="title"/>
          </p:nvPr>
        </p:nvSpPr>
        <p:spPr/>
        <p:txBody>
          <a:bodyPr/>
          <a:lstStyle/>
          <a:p>
            <a:pPr algn="ctr"/>
            <a:r>
              <a:rPr lang="en-US" sz="4400" b="1" u="sng" dirty="0">
                <a:solidFill>
                  <a:schemeClr val="bg1"/>
                </a:solidFill>
              </a:rPr>
              <a:t>Code using Java</a:t>
            </a:r>
          </a:p>
        </p:txBody>
      </p:sp>
      <p:sp>
        <p:nvSpPr>
          <p:cNvPr id="3" name="Subtitle 2">
            <a:extLst>
              <a:ext uri="{FF2B5EF4-FFF2-40B4-BE49-F238E27FC236}">
                <a16:creationId xmlns:a16="http://schemas.microsoft.com/office/drawing/2014/main" id="{920E825D-FBCB-2CA6-025E-EDF17198E5CC}"/>
              </a:ext>
            </a:extLst>
          </p:cNvPr>
          <p:cNvSpPr>
            <a:spLocks noGrp="1"/>
          </p:cNvSpPr>
          <p:nvPr>
            <p:ph type="subTitle" idx="1"/>
          </p:nvPr>
        </p:nvSpPr>
        <p:spPr>
          <a:xfrm>
            <a:off x="609562" y="1604513"/>
            <a:ext cx="10972120" cy="4868857"/>
          </a:xfrm>
        </p:spPr>
        <p:txBody>
          <a:bodyPr/>
          <a:lstStyle/>
          <a:p>
            <a:r>
              <a:rPr lang="en-US" sz="2000" dirty="0">
                <a:solidFill>
                  <a:schemeClr val="bg1"/>
                </a:solidFill>
              </a:rPr>
              <a:t>/** Extracting the id */</a:t>
            </a:r>
          </a:p>
          <a:p>
            <a:r>
              <a:rPr lang="en-US" sz="2000" dirty="0">
                <a:solidFill>
                  <a:schemeClr val="bg1"/>
                </a:solidFill>
              </a:rPr>
              <a:t>private static String extractOperationIdFromOpLocation(String operationLocation) {</a:t>
            </a:r>
          </a:p>
          <a:p>
            <a:r>
              <a:rPr lang="en-US" sz="2000" dirty="0">
                <a:solidFill>
                  <a:schemeClr val="bg1"/>
                </a:solidFill>
              </a:rPr>
              <a:t>        if (operationLocation != null &amp;&amp; !operationLocation.isEmpty()) {</a:t>
            </a:r>
          </a:p>
          <a:p>
            <a:r>
              <a:rPr lang="en-US" sz="2000" dirty="0">
                <a:solidFill>
                  <a:schemeClr val="bg1"/>
                </a:solidFill>
              </a:rPr>
              <a:t>            String[] splits = operationLocation.split("/");</a:t>
            </a:r>
          </a:p>
          <a:p>
            <a:endParaRPr lang="en-US" sz="2000" dirty="0">
              <a:solidFill>
                <a:schemeClr val="bg1"/>
              </a:solidFill>
            </a:endParaRPr>
          </a:p>
          <a:p>
            <a:r>
              <a:rPr lang="en-US" sz="2000" dirty="0">
                <a:solidFill>
                  <a:schemeClr val="bg1"/>
                </a:solidFill>
              </a:rPr>
              <a:t>            if (splits != null &amp;&amp; splits.length &gt; 0) {</a:t>
            </a:r>
          </a:p>
          <a:p>
            <a:r>
              <a:rPr lang="en-US" sz="2000" dirty="0">
                <a:solidFill>
                  <a:schemeClr val="bg1"/>
                </a:solidFill>
              </a:rPr>
              <a:t>                return splits[splits.length - 1];</a:t>
            </a:r>
          </a:p>
          <a:p>
            <a:r>
              <a:rPr lang="en-US" sz="2000" dirty="0">
                <a:solidFill>
                  <a:schemeClr val="bg1"/>
                </a:solidFill>
              </a:rPr>
              <a:t>            }</a:t>
            </a:r>
          </a:p>
          <a:p>
            <a:r>
              <a:rPr lang="en-US" sz="2000" dirty="0">
                <a:solidFill>
                  <a:schemeClr val="bg1"/>
                </a:solidFill>
              </a:rPr>
              <a:t>        }</a:t>
            </a:r>
          </a:p>
          <a:p>
            <a:r>
              <a:rPr lang="en-US" sz="2000" dirty="0">
                <a:solidFill>
                  <a:schemeClr val="bg1"/>
                </a:solidFill>
              </a:rPr>
              <a:t>        throw new IllegalStateException("Something went wrong: Couldn't extract the operation id from the operation location");</a:t>
            </a:r>
          </a:p>
          <a:p>
            <a:r>
              <a:rPr lang="en-US" sz="2000" dirty="0">
                <a:solidFill>
                  <a:schemeClr val="bg1"/>
                </a:solidFill>
              </a:rPr>
              <a:t>    }</a:t>
            </a:r>
          </a:p>
        </p:txBody>
      </p:sp>
    </p:spTree>
    <p:extLst>
      <p:ext uri="{BB962C8B-B14F-4D97-AF65-F5344CB8AC3E}">
        <p14:creationId xmlns:p14="http://schemas.microsoft.com/office/powerpoint/2010/main" val="894870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F652C-94D0-CC0C-C067-AA84FAE11A9C}"/>
              </a:ext>
            </a:extLst>
          </p:cNvPr>
          <p:cNvSpPr>
            <a:spLocks noGrp="1"/>
          </p:cNvSpPr>
          <p:nvPr>
            <p:ph type="title"/>
          </p:nvPr>
        </p:nvSpPr>
        <p:spPr/>
        <p:txBody>
          <a:bodyPr/>
          <a:lstStyle/>
          <a:p>
            <a:pPr algn="ctr"/>
            <a:r>
              <a:rPr lang="en-US" sz="4400" b="1" u="sng" dirty="0">
                <a:solidFill>
                  <a:schemeClr val="bg1"/>
                </a:solidFill>
              </a:rPr>
              <a:t>Code using Java</a:t>
            </a:r>
          </a:p>
        </p:txBody>
      </p:sp>
      <p:sp>
        <p:nvSpPr>
          <p:cNvPr id="3" name="Subtitle 2">
            <a:extLst>
              <a:ext uri="{FF2B5EF4-FFF2-40B4-BE49-F238E27FC236}">
                <a16:creationId xmlns:a16="http://schemas.microsoft.com/office/drawing/2014/main" id="{29CDA82C-0743-AA37-706C-2465CC3D2F84}"/>
              </a:ext>
            </a:extLst>
          </p:cNvPr>
          <p:cNvSpPr>
            <a:spLocks noGrp="1"/>
          </p:cNvSpPr>
          <p:nvPr>
            <p:ph type="subTitle" idx="1"/>
          </p:nvPr>
        </p:nvSpPr>
        <p:spPr>
          <a:xfrm>
            <a:off x="609562" y="1262743"/>
            <a:ext cx="10972120" cy="5321905"/>
          </a:xfrm>
        </p:spPr>
        <p:txBody>
          <a:bodyPr/>
          <a:lstStyle/>
          <a:p>
            <a:r>
              <a:rPr lang="en-US" sz="1200" dirty="0">
                <a:solidFill>
                  <a:schemeClr val="bg1"/>
                </a:solidFill>
              </a:rPr>
              <a:t>private static void getAndPrintReadResult(ComputerVision vision, String operationLocation) throws </a:t>
            </a:r>
            <a:r>
              <a:rPr lang="en-US" sz="1200" dirty="0" err="1">
                <a:solidFill>
                  <a:schemeClr val="bg1"/>
                </a:solidFill>
              </a:rPr>
              <a:t>InterruptedException</a:t>
            </a:r>
            <a:r>
              <a:rPr lang="en-US" sz="1200" dirty="0">
                <a:solidFill>
                  <a:schemeClr val="bg1"/>
                </a:solidFill>
              </a:rPr>
              <a:t> {</a:t>
            </a:r>
          </a:p>
          <a:p>
            <a:r>
              <a:rPr lang="en-US" sz="1200" dirty="0">
                <a:solidFill>
                  <a:schemeClr val="bg1"/>
                </a:solidFill>
              </a:rPr>
              <a:t>        System.out.println("Polling for Read results ...");</a:t>
            </a:r>
          </a:p>
          <a:p>
            <a:r>
              <a:rPr lang="en-US" sz="1200" dirty="0">
                <a:solidFill>
                  <a:schemeClr val="bg1"/>
                </a:solidFill>
              </a:rPr>
              <a:t>        String operationId = extractOperationIdFromOpLocation(operationLocation);</a:t>
            </a:r>
          </a:p>
          <a:p>
            <a:pPr marL="156020" indent="0">
              <a:buNone/>
            </a:pPr>
            <a:r>
              <a:rPr lang="en-US" sz="1200" dirty="0">
                <a:solidFill>
                  <a:schemeClr val="bg1"/>
                </a:solidFill>
              </a:rPr>
              <a:t>             boolean pollForResult = true;</a:t>
            </a:r>
          </a:p>
          <a:p>
            <a:r>
              <a:rPr lang="en-US" sz="1200" dirty="0">
                <a:solidFill>
                  <a:schemeClr val="bg1"/>
                </a:solidFill>
              </a:rPr>
              <a:t>        ReadOperationResult readResults = null;</a:t>
            </a:r>
          </a:p>
          <a:p>
            <a:pPr marL="156020" indent="0">
              <a:buNone/>
            </a:pPr>
            <a:r>
              <a:rPr lang="en-US" sz="1200" dirty="0">
                <a:solidFill>
                  <a:schemeClr val="bg1"/>
                </a:solidFill>
              </a:rPr>
              <a:t>             while (pollForResult) {</a:t>
            </a:r>
          </a:p>
          <a:p>
            <a:r>
              <a:rPr lang="en-US" sz="1200" dirty="0">
                <a:solidFill>
                  <a:schemeClr val="bg1"/>
                </a:solidFill>
              </a:rPr>
              <a:t>            // Poll for result every second</a:t>
            </a:r>
          </a:p>
          <a:p>
            <a:r>
              <a:rPr lang="en-US" sz="1200" dirty="0">
                <a:solidFill>
                  <a:schemeClr val="bg1"/>
                </a:solidFill>
              </a:rPr>
              <a:t>            Thread.sleep(1000);</a:t>
            </a:r>
          </a:p>
          <a:p>
            <a:r>
              <a:rPr lang="en-US" sz="1200" dirty="0">
                <a:solidFill>
                  <a:schemeClr val="bg1"/>
                </a:solidFill>
              </a:rPr>
              <a:t>            readResults = vision.getReadResult(UUID.fromString(operationId));</a:t>
            </a:r>
          </a:p>
          <a:p>
            <a:pPr marL="156020" indent="0">
              <a:buNone/>
            </a:pPr>
            <a:r>
              <a:rPr lang="en-US" sz="1200" dirty="0">
                <a:solidFill>
                  <a:schemeClr val="bg1"/>
                </a:solidFill>
              </a:rPr>
              <a:t>                 // The results will no longer be null when the service has finished processing the request.</a:t>
            </a:r>
          </a:p>
          <a:p>
            <a:r>
              <a:rPr lang="en-US" sz="1200" dirty="0">
                <a:solidFill>
                  <a:schemeClr val="bg1"/>
                </a:solidFill>
              </a:rPr>
              <a:t>            if (readResults != null) {</a:t>
            </a:r>
          </a:p>
          <a:p>
            <a:r>
              <a:rPr lang="en-US" sz="1200" dirty="0">
                <a:solidFill>
                  <a:schemeClr val="bg1"/>
                </a:solidFill>
              </a:rPr>
              <a:t>                // Get request status</a:t>
            </a:r>
          </a:p>
          <a:p>
            <a:r>
              <a:rPr lang="en-US" sz="1200" dirty="0">
                <a:solidFill>
                  <a:schemeClr val="bg1"/>
                </a:solidFill>
              </a:rPr>
              <a:t>                OperationStatusCodes status = readResults.status();</a:t>
            </a:r>
          </a:p>
          <a:p>
            <a:pPr marL="156020" indent="0">
              <a:buNone/>
            </a:pPr>
            <a:r>
              <a:rPr lang="en-US" sz="1200" dirty="0">
                <a:solidFill>
                  <a:schemeClr val="bg1"/>
                </a:solidFill>
              </a:rPr>
              <a:t>                   if (status == OperationStatusCodes.FAILED || status == OperationStatusCodes.SUCCEEDED) {</a:t>
            </a:r>
          </a:p>
          <a:p>
            <a:r>
              <a:rPr lang="en-US" sz="1200" dirty="0">
                <a:solidFill>
                  <a:schemeClr val="bg1"/>
                </a:solidFill>
              </a:rPr>
              <a:t>                    pollForResult = false;</a:t>
            </a:r>
          </a:p>
          <a:p>
            <a:r>
              <a:rPr lang="en-US" sz="1200" dirty="0">
                <a:solidFill>
                  <a:schemeClr val="bg1"/>
                </a:solidFill>
              </a:rPr>
              <a:t>                }</a:t>
            </a:r>
          </a:p>
          <a:p>
            <a:r>
              <a:rPr lang="en-US" sz="1200" dirty="0">
                <a:solidFill>
                  <a:schemeClr val="bg1"/>
                </a:solidFill>
              </a:rPr>
              <a:t>            }</a:t>
            </a:r>
          </a:p>
          <a:p>
            <a:r>
              <a:rPr lang="en-US" sz="1200" dirty="0">
                <a:solidFill>
                  <a:schemeClr val="bg1"/>
                </a:solidFill>
              </a:rPr>
              <a:t>        }</a:t>
            </a:r>
          </a:p>
          <a:p>
            <a:endParaRPr lang="en-US" sz="1200" dirty="0">
              <a:solidFill>
                <a:schemeClr val="bg1"/>
              </a:solidFill>
            </a:endParaRPr>
          </a:p>
        </p:txBody>
      </p:sp>
    </p:spTree>
    <p:extLst>
      <p:ext uri="{BB962C8B-B14F-4D97-AF65-F5344CB8AC3E}">
        <p14:creationId xmlns:p14="http://schemas.microsoft.com/office/powerpoint/2010/main" val="1144927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F6947-57BA-0DAE-1ED1-E7387E5F85FF}"/>
              </a:ext>
            </a:extLst>
          </p:cNvPr>
          <p:cNvSpPr>
            <a:spLocks noGrp="1"/>
          </p:cNvSpPr>
          <p:nvPr>
            <p:ph type="title"/>
          </p:nvPr>
        </p:nvSpPr>
        <p:spPr/>
        <p:txBody>
          <a:bodyPr/>
          <a:lstStyle/>
          <a:p>
            <a:pPr algn="ctr"/>
            <a:r>
              <a:rPr lang="en-US" sz="4400" b="1" u="sng" dirty="0">
                <a:solidFill>
                  <a:schemeClr val="bg1"/>
                </a:solidFill>
              </a:rPr>
              <a:t>Code Using Java</a:t>
            </a:r>
          </a:p>
        </p:txBody>
      </p:sp>
      <p:sp>
        <p:nvSpPr>
          <p:cNvPr id="3" name="Subtitle 2">
            <a:extLst>
              <a:ext uri="{FF2B5EF4-FFF2-40B4-BE49-F238E27FC236}">
                <a16:creationId xmlns:a16="http://schemas.microsoft.com/office/drawing/2014/main" id="{488C2C37-87D1-0536-C4A4-A1E7D288E5D6}"/>
              </a:ext>
            </a:extLst>
          </p:cNvPr>
          <p:cNvSpPr>
            <a:spLocks noGrp="1"/>
          </p:cNvSpPr>
          <p:nvPr>
            <p:ph type="subTitle" idx="1"/>
          </p:nvPr>
        </p:nvSpPr>
        <p:spPr>
          <a:xfrm>
            <a:off x="609562" y="1604514"/>
            <a:ext cx="10972120" cy="5253486"/>
          </a:xfrm>
        </p:spPr>
        <p:txBody>
          <a:bodyPr/>
          <a:lstStyle/>
          <a:p>
            <a:r>
              <a:rPr lang="en-US" sz="1400" dirty="0">
                <a:solidFill>
                  <a:schemeClr val="bg1"/>
                </a:solidFill>
              </a:rPr>
              <a:t>// Print read results, page per page</a:t>
            </a:r>
          </a:p>
          <a:p>
            <a:r>
              <a:rPr lang="en-US" sz="1400" dirty="0">
                <a:solidFill>
                  <a:schemeClr val="bg1"/>
                </a:solidFill>
              </a:rPr>
              <a:t>        for (ReadResult pageResult : readResults.analyzeResult().readResults()) {</a:t>
            </a:r>
          </a:p>
          <a:p>
            <a:r>
              <a:rPr lang="en-US" sz="1400" dirty="0">
                <a:solidFill>
                  <a:schemeClr val="bg1"/>
                </a:solidFill>
              </a:rPr>
              <a:t>            System.out.println("");</a:t>
            </a:r>
          </a:p>
          <a:p>
            <a:r>
              <a:rPr lang="en-US" sz="1400" dirty="0">
                <a:solidFill>
                  <a:schemeClr val="bg1"/>
                </a:solidFill>
              </a:rPr>
              <a:t>            System.out.println("Printing Read results for page " + pageResult.page());</a:t>
            </a:r>
          </a:p>
          <a:p>
            <a:r>
              <a:rPr lang="en-US" sz="1400" dirty="0">
                <a:solidFill>
                  <a:schemeClr val="bg1"/>
                </a:solidFill>
              </a:rPr>
              <a:t>            StringBuilder builder = new StringBuilder();</a:t>
            </a:r>
          </a:p>
          <a:p>
            <a:endParaRPr lang="en-US" sz="1400" dirty="0">
              <a:solidFill>
                <a:schemeClr val="bg1"/>
              </a:solidFill>
            </a:endParaRPr>
          </a:p>
          <a:p>
            <a:r>
              <a:rPr lang="en-US" sz="1400" dirty="0">
                <a:solidFill>
                  <a:schemeClr val="bg1"/>
                </a:solidFill>
              </a:rPr>
              <a:t>            for (Line line : pageResult.lines()) {</a:t>
            </a:r>
          </a:p>
          <a:p>
            <a:r>
              <a:rPr lang="en-US" sz="1400" dirty="0">
                <a:solidFill>
                  <a:schemeClr val="bg1"/>
                </a:solidFill>
              </a:rPr>
              <a:t>                builder.append(line.text());</a:t>
            </a:r>
          </a:p>
          <a:p>
            <a:r>
              <a:rPr lang="en-US" sz="1400" dirty="0">
                <a:solidFill>
                  <a:schemeClr val="bg1"/>
                </a:solidFill>
              </a:rPr>
              <a:t>                builder.append("\n");</a:t>
            </a:r>
          </a:p>
          <a:p>
            <a:r>
              <a:rPr lang="en-US" sz="1400" dirty="0">
                <a:solidFill>
                  <a:schemeClr val="bg1"/>
                </a:solidFill>
              </a:rPr>
              <a:t>            }</a:t>
            </a:r>
          </a:p>
          <a:p>
            <a:endParaRPr lang="en-US" sz="1400" dirty="0">
              <a:solidFill>
                <a:schemeClr val="bg1"/>
              </a:solidFill>
            </a:endParaRPr>
          </a:p>
          <a:p>
            <a:r>
              <a:rPr lang="en-US" sz="1400" dirty="0">
                <a:solidFill>
                  <a:schemeClr val="bg1"/>
                </a:solidFill>
              </a:rPr>
              <a:t>            System.out.println(builder.toString());</a:t>
            </a:r>
          </a:p>
          <a:p>
            <a:r>
              <a:rPr lang="en-US" sz="1400" dirty="0">
                <a:solidFill>
                  <a:schemeClr val="bg1"/>
                </a:solidFill>
              </a:rPr>
              <a:t>        }</a:t>
            </a:r>
          </a:p>
          <a:p>
            <a:r>
              <a:rPr lang="en-US" sz="1400" dirty="0">
                <a:solidFill>
                  <a:schemeClr val="bg1"/>
                </a:solidFill>
              </a:rPr>
              <a:t>    }</a:t>
            </a:r>
          </a:p>
          <a:p>
            <a:r>
              <a:rPr lang="en-US" sz="1400" dirty="0">
                <a:solidFill>
                  <a:schemeClr val="bg1"/>
                </a:solidFill>
              </a:rPr>
              <a:t>}</a:t>
            </a:r>
          </a:p>
        </p:txBody>
      </p:sp>
    </p:spTree>
    <p:extLst>
      <p:ext uri="{BB962C8B-B14F-4D97-AF65-F5344CB8AC3E}">
        <p14:creationId xmlns:p14="http://schemas.microsoft.com/office/powerpoint/2010/main" val="156928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EF2D6-9AD4-7965-61EB-D4EB143DE6B4}"/>
              </a:ext>
            </a:extLst>
          </p:cNvPr>
          <p:cNvSpPr>
            <a:spLocks noGrp="1"/>
          </p:cNvSpPr>
          <p:nvPr>
            <p:ph type="title"/>
          </p:nvPr>
        </p:nvSpPr>
        <p:spPr/>
        <p:txBody>
          <a:bodyPr/>
          <a:lstStyle/>
          <a:p>
            <a:pPr algn="ctr"/>
            <a:r>
              <a:rPr lang="en-US" sz="4400" b="1" u="sng" dirty="0">
                <a:solidFill>
                  <a:schemeClr val="bg1"/>
                </a:solidFill>
              </a:rPr>
              <a:t>Why my Idea?</a:t>
            </a:r>
          </a:p>
        </p:txBody>
      </p:sp>
      <p:sp>
        <p:nvSpPr>
          <p:cNvPr id="3" name="Subtitle 2">
            <a:extLst>
              <a:ext uri="{FF2B5EF4-FFF2-40B4-BE49-F238E27FC236}">
                <a16:creationId xmlns:a16="http://schemas.microsoft.com/office/drawing/2014/main" id="{D5F179DD-144B-E9B4-DDCB-AA673DB083EC}"/>
              </a:ext>
            </a:extLst>
          </p:cNvPr>
          <p:cNvSpPr>
            <a:spLocks noGrp="1"/>
          </p:cNvSpPr>
          <p:nvPr>
            <p:ph type="subTitle" idx="1"/>
          </p:nvPr>
        </p:nvSpPr>
        <p:spPr/>
        <p:txBody>
          <a:bodyPr/>
          <a:lstStyle/>
          <a:p>
            <a:pPr marL="156020" indent="0">
              <a:buNone/>
            </a:pPr>
            <a:r>
              <a:rPr lang="en-US" sz="3200" dirty="0">
                <a:solidFill>
                  <a:schemeClr val="bg1"/>
                </a:solidFill>
              </a:rPr>
              <a:t>It is because this is one of the efficient methods for OCR. Using Microsoft azure API, the accuracy is 98% accurate for all the documents mentioned in requirements such as bank balance sheet, Aadhaar card, etc.</a:t>
            </a:r>
          </a:p>
          <a:p>
            <a:pPr marL="156020" indent="0">
              <a:buNone/>
            </a:pPr>
            <a:r>
              <a:rPr lang="en-US" sz="3200" dirty="0">
                <a:solidFill>
                  <a:schemeClr val="bg1"/>
                </a:solidFill>
              </a:rPr>
              <a:t>Rest of the things will be shown in the final round through video.</a:t>
            </a:r>
          </a:p>
          <a:p>
            <a:pPr marL="156020" indent="0">
              <a:buNone/>
            </a:pPr>
            <a:r>
              <a:rPr lang="en-US" sz="3200" dirty="0">
                <a:solidFill>
                  <a:schemeClr val="bg1"/>
                </a:solidFill>
              </a:rPr>
              <a:t>Thank you.</a:t>
            </a:r>
          </a:p>
        </p:txBody>
      </p:sp>
    </p:spTree>
    <p:extLst>
      <p:ext uri="{BB962C8B-B14F-4D97-AF65-F5344CB8AC3E}">
        <p14:creationId xmlns:p14="http://schemas.microsoft.com/office/powerpoint/2010/main" val="3022524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9"/>
          <p:cNvSpPr/>
          <p:nvPr/>
        </p:nvSpPr>
        <p:spPr>
          <a:xfrm>
            <a:off x="2111048" y="690877"/>
            <a:ext cx="8289719" cy="4501654"/>
          </a:xfrm>
          <a:prstGeom prst="rect">
            <a:avLst/>
          </a:prstGeom>
          <a:solidFill>
            <a:srgbClr val="2F0E3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8000" b="0" i="0" u="none" strike="noStrike" cap="none" dirty="0">
                <a:solidFill>
                  <a:schemeClr val="bg1"/>
                </a:solidFill>
                <a:latin typeface="Arial"/>
                <a:ea typeface="Arial"/>
                <a:cs typeface="Arial"/>
                <a:sym typeface="Arial"/>
              </a:rPr>
              <a:t>THANK YOU</a:t>
            </a:r>
            <a:endParaRPr sz="8000" b="0" i="0" u="none" strike="noStrike" cap="none" dirty="0">
              <a:solidFill>
                <a:schemeClr val="bg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2000" b="0" i="0" u="none" strike="noStrike" cap="none" dirty="0">
                <a:solidFill>
                  <a:schemeClr val="lt1"/>
                </a:solidFill>
                <a:latin typeface="Arial"/>
                <a:ea typeface="Arial"/>
                <a:cs typeface="Arial"/>
                <a:sym typeface="Arial"/>
              </a:rPr>
              <a:t>Submitted By : Shamik Roy </a:t>
            </a: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2000" b="0" i="0" u="none" strike="noStrike" cap="none" dirty="0">
                <a:solidFill>
                  <a:schemeClr val="lt1"/>
                </a:solidFill>
                <a:latin typeface="Arial"/>
                <a:ea typeface="Arial"/>
                <a:cs typeface="Arial"/>
                <a:sym typeface="Arial"/>
              </a:rPr>
              <a:t>Email : Shamikroy909@gmail.com</a:t>
            </a:r>
            <a:endParaRPr sz="20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2000" b="0" i="0" u="none" strike="noStrike" cap="none" dirty="0">
                <a:solidFill>
                  <a:schemeClr val="lt1"/>
                </a:solidFill>
                <a:latin typeface="Arial"/>
                <a:ea typeface="Arial"/>
                <a:cs typeface="Arial"/>
                <a:sym typeface="Arial"/>
              </a:rPr>
              <a:t>Mobile No: 7384961021</a:t>
            </a:r>
            <a:endParaRPr sz="2000" b="0" i="0" u="none" strike="noStrike" cap="none" dirty="0">
              <a:solidFill>
                <a:schemeClr val="lt1"/>
              </a:solidFill>
              <a:latin typeface="Arial"/>
              <a:ea typeface="Arial"/>
              <a:cs typeface="Arial"/>
              <a:sym typeface="Arial"/>
            </a:endParaRPr>
          </a:p>
        </p:txBody>
      </p:sp>
      <p:sp>
        <p:nvSpPr>
          <p:cNvPr id="213" name="Google Shape;213;p9"/>
          <p:cNvSpPr/>
          <p:nvPr/>
        </p:nvSpPr>
        <p:spPr>
          <a:xfrm>
            <a:off x="2111048" y="819403"/>
            <a:ext cx="7045428" cy="1069894"/>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a:p>
            <a:pPr marL="0" marR="0" lvl="0" indent="0" algn="ctr" rtl="0">
              <a:lnSpc>
                <a:spcPct val="42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a:p>
            <a:pPr marL="0" marR="0" lvl="0" indent="0" algn="ctr" rtl="0">
              <a:lnSpc>
                <a:spcPct val="54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1057</Words>
  <Application>Microsoft Office PowerPoint</Application>
  <PresentationFormat>Widescreen</PresentationFormat>
  <Paragraphs>128</Paragraphs>
  <Slides>13</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Calibri</vt:lpstr>
      <vt:lpstr>Noto Sans Symbols</vt:lpstr>
      <vt:lpstr>Century Schoolbook</vt:lpstr>
      <vt:lpstr>Segoe UI</vt:lpstr>
      <vt:lpstr>Arial</vt:lpstr>
      <vt:lpstr>1_Office Theme</vt:lpstr>
      <vt:lpstr>Office Theme</vt:lpstr>
      <vt:lpstr>Identification &amp; Optical character recognition (OCR) for Structured Documents - SBI    </vt:lpstr>
      <vt:lpstr>What is OCR?</vt:lpstr>
      <vt:lpstr>How will it work?</vt:lpstr>
      <vt:lpstr>Input</vt:lpstr>
      <vt:lpstr>Code using Java</vt:lpstr>
      <vt:lpstr>Code using Java</vt:lpstr>
      <vt:lpstr>Code using Java</vt:lpstr>
      <vt:lpstr>Code using Java</vt:lpstr>
      <vt:lpstr>Code using Java</vt:lpstr>
      <vt:lpstr>Code using Java</vt:lpstr>
      <vt:lpstr>Code Using Java</vt:lpstr>
      <vt:lpstr>Why my Idea?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Mohor Basu</dc:creator>
  <cp:lastModifiedBy>shamik roy</cp:lastModifiedBy>
  <cp:revision>9</cp:revision>
  <dcterms:modified xsi:type="dcterms:W3CDTF">2022-05-23T15:57:03Z</dcterms:modified>
</cp:coreProperties>
</file>